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Matillion DPC — Job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Orchestration Job</a:t>
            </a:r>
          </a:p>
          <a:p>
            <a:r>
              <a:t>• Transformation Job</a:t>
            </a:r>
          </a:p>
          <a:p>
            <a:r>
              <a:t>• Share Job</a:t>
            </a:r>
          </a:p>
          <a:p/>
          <a:p>
            <a:r>
              <a:t>Used in Data Productivity Cloud (DPC) pipelines.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Matillion DPC — Orchestration Job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Purpose:</a:t>
            </a:r>
          </a:p>
          <a:p>
            <a:r>
              <a:t>• Controls pipeline workflow and scheduling.</a:t>
            </a:r>
          </a:p>
          <a:p>
            <a:r>
              <a:t>• Manages data loads, API calls, connectors, file systems.</a:t>
            </a:r>
          </a:p>
          <a:p>
            <a:r>
              <a:t>• Triggers transformation jobs.</a:t>
            </a:r>
          </a:p>
          <a:p/>
          <a:p>
            <a:r>
              <a:t>Common Components:</a:t>
            </a:r>
          </a:p>
          <a:p>
            <a:r>
              <a:t>• Load/Unload Components</a:t>
            </a:r>
          </a:p>
          <a:p>
            <a:r>
              <a:t>• API Query</a:t>
            </a:r>
          </a:p>
          <a:p>
            <a:r>
              <a:t>• SQS/SNS triggers</a:t>
            </a:r>
          </a:p>
          <a:p>
            <a:r>
              <a:t>• Conditional branches</a:t>
            </a:r>
          </a:p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Orchestration Job – Visual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High-level structure:</a:t>
            </a:r>
          </a:p>
          <a:p>
            <a:r>
              <a:t>1. Start → 2. Load data from Source → 3. Execute Transformation Job → 4. Store data → 5. End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Matillion DPC — Transformation Job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Purpose:</a:t>
            </a:r>
          </a:p>
          <a:p>
            <a:r>
              <a:t>• Performs SQL-based ELT inside the warehouse.</a:t>
            </a:r>
          </a:p>
          <a:p>
            <a:r>
              <a:t>• Cleans, enriches, aggregates data.</a:t>
            </a:r>
          </a:p>
          <a:p>
            <a:r>
              <a:t>• Uses pushdown SQL to Snowflake/Redshift/BigQuery.</a:t>
            </a:r>
          </a:p>
          <a:p/>
          <a:p>
            <a:r>
              <a:t>Common Components:</a:t>
            </a:r>
          </a:p>
          <a:p>
            <a:r>
              <a:t>• Calculator</a:t>
            </a:r>
          </a:p>
          <a:p>
            <a:r>
              <a:t>• Aggregate</a:t>
            </a:r>
          </a:p>
          <a:p>
            <a:r>
              <a:t>• Join</a:t>
            </a:r>
          </a:p>
          <a:p>
            <a:r>
              <a:t>• Filter</a:t>
            </a:r>
          </a:p>
          <a:p>
            <a:r>
              <a:t>• Table Update</a:t>
            </a:r>
          </a:p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Transformation Job – Visual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Flow Example:</a:t>
            </a:r>
          </a:p>
          <a:p>
            <a:r>
              <a:t>1. Read Raw Table → 2. Clean/Filter → 3. Join with Lookup → 4. Aggregations → 5. Target Table Load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Matillion DPC — Share Job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Purpose:</a:t>
            </a:r>
          </a:p>
          <a:p>
            <a:r>
              <a:t>• Publishes processed datasets to external consumers.</a:t>
            </a:r>
          </a:p>
          <a:p>
            <a:r>
              <a:t>• Used for Snowflake Shares / BI Tools / Applications.</a:t>
            </a:r>
          </a:p>
          <a:p>
            <a:r>
              <a:t>• Push data to S3, Azure, GCP, APIs, or external accounts.</a:t>
            </a:r>
          </a:p>
          <a:p/>
          <a:p>
            <a:r>
              <a:t>Common Activities:</a:t>
            </a:r>
          </a:p>
          <a:p>
            <a:r>
              <a:t>• Export to cloud storage</a:t>
            </a:r>
          </a:p>
          <a:p>
            <a:r>
              <a:t>• Update Snowflake secure share</a:t>
            </a:r>
          </a:p>
          <a:p>
            <a:r>
              <a:t>• Publish semantic models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Share Job – Visual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Flow Example:</a:t>
            </a:r>
          </a:p>
          <a:p>
            <a:r>
              <a:t>1. Get curated table → 2. Export/Share → 3. Notify consumer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